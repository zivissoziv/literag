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LiteRAG 知识库方案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3D0FF"/>
                </a:solidFill>
              </a:rPr>
              <a:t>文档解析 分块 向量检索 MCP 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02020"/>
                </a:solidFill>
              </a:rPr>
              <a:t>系统能力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支持 docx、pdf、xlsx、pptx 上传与解析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段落感知分块，默认 800 字、重叠 120 字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自定义 Embedding：OpenAI 兼容、Ollama、离线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MCP 提供检索与问答工具，可接入任意 AI 客户端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检索性能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8686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知识库规模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平均耗时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命中率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 万片段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 万片段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143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89%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 万片段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